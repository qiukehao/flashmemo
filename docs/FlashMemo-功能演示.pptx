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 秒：这是一款常驻 Windows 托盘的闪卡复习工具。一句话卖点：把 Markdown 笔记变成卡片，到点自动弹窗考你。强调三个词：纯本地、零联网、开源。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这一页讲动机：间隔重复的原理用户都懂，缺的是「在正确的时间被考一次」的执行力。右侧深色卡是产品的一句话答案。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 01→02→03 的顺序讲。第三步深色卡强调「复习才是产品」，前两步都是喂卡。最后一句强调隐私红线。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演示建议：现场贴一段 AI 生成的八股文答案，几秒钟变成多张卡——这是 B 站视频里最有冲击力的一个镜头。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重点是「卡面即编辑器」：复习时发现的答案错误当场改，不用切应用。无法关闭模式是差异化功能，B 站观众会喜欢。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这页是算法主卖点，也是视频里最值得放慢的一页：从左到右讲——三档评分决定 N，全局计数器决定「从哪数」，等级阶梯决定基础距离。最后强调时间下限兜底。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三列各 20 秒。屏幕监控是 SPEC 里都没写的隐藏功能——托盘右键可以把当前程序一键加入监控，视频里演示一下会很惊艳。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隐私口径要讲清楚：AI 是用户自己登录的网页，FlashMemo 只负责把问题填进输入框——应用本身依旧零联网。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数字页：202/307 是测试规模，0 是隐私承诺。对开源观众，「测试全绿 + 零依赖联网」是最能建立信任的两点。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结尾口播：仓库地址在屏幕上，觉得有意思的话点个 Star——这对我继续做下去很重要。然后引出下一期预告（如果有的话）。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1051560"/>
            <a:ext cx="3383280" cy="1874520"/>
          </a:xfrm>
          <a:prstGeom prst="roundRect">
            <a:avLst>
              <a:gd name="adj" fmla="val 4878"/>
            </a:avLst>
          </a:prstGeom>
          <a:solidFill>
            <a:srgbClr val="232A38"/>
          </a:solidFill>
          <a:ln w="12700">
            <a:solidFill>
              <a:srgbClr val="3A4356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pic>
        <p:nvPicPr>
          <p:cNvPr id="3" name="Image 0" descr="C:/Users/32636/ego/flashmemo-ui-20261025/ui2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30768" y="1161288"/>
            <a:ext cx="3163824" cy="16550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481328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✦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502920" y="23317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</a:t>
            </a:r>
            <a:endParaRPr lang="en-US" sz="6000" dirty="0"/>
          </a:p>
        </p:txBody>
      </p:sp>
      <p:sp>
        <p:nvSpPr>
          <p:cNvPr id="6" name="Text 3"/>
          <p:cNvSpPr/>
          <p:nvPr/>
        </p:nvSpPr>
        <p:spPr>
          <a:xfrm>
            <a:off x="502920" y="345643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CC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把八股文钉进长期记忆的 Windows 托盘闪卡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502920" y="4315968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5B6C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431596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9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纯本地 · 零联网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2898648" y="4315968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5B6C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98648" y="431596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9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定时弹窗打断式复习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294376" y="4315968"/>
            <a:ext cx="2212848" cy="475488"/>
          </a:xfrm>
          <a:prstGeom prst="roundRect">
            <a:avLst>
              <a:gd name="adj" fmla="val 50000"/>
            </a:avLst>
          </a:prstGeom>
          <a:solidFill>
            <a:srgbClr val="232A38"/>
          </a:solidFill>
          <a:ln w="12700">
            <a:solidFill>
              <a:srgbClr val="5B6C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294376" y="4315968"/>
            <a:ext cx="2212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D9DEF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按「隔 N 张」间隔重复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 MIT · </a:t>
            </a:r>
            <a:pPr indent="0" marL="0">
              <a:buNone/>
            </a:pPr>
            <a:r>
              <a:rPr lang="en-US" sz="1500" b="1" dirty="0">
                <a:solidFill>
                  <a:srgbClr val="9FB0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github.com/qiukehao/flashmemo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为什么做它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背不下来，不是你不用功，是重来的时候不对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9ED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7739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看过的教程收藏吃灰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2128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「回头再看」永远不会发生——没有东西在正确的时间来找你。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1371600" y="2999232"/>
            <a:ext cx="658368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2004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9ED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00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371600" y="31455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Anki 很强，但太重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5844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建卡牌组、调算法、每天打卡……备考的人要的是「背下来」，不是「玩卡片系统」。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371600" y="4370832"/>
            <a:ext cx="6583680" cy="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45720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E9ED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5720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51713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手机刷题离开桌面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956048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复习八股文的人一天十几个小时都在电脑前，工具应该长在桌面上。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778240" y="1920240"/>
            <a:ext cx="2880360" cy="3566160"/>
          </a:xfrm>
          <a:prstGeom prst="roundRect">
            <a:avLst>
              <a:gd name="adj" fmla="val 4444"/>
            </a:avLst>
          </a:prstGeom>
          <a:solidFill>
            <a:srgbClr val="171B26"/>
          </a:solidFill>
          <a:ln/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78240" y="2331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到点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8778240" y="31546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弹窗考你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778240" y="44348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3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不打扰工作时收进托盘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AA3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该出现时一定出现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三步：笔记躺平，剩下的交给它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3401568" cy="3291840"/>
          </a:xfrm>
          <a:prstGeom prst="roundRect">
            <a:avLst>
              <a:gd name="adj" fmla="val 3611"/>
            </a:avLst>
          </a:prstGeom>
          <a:solidFill>
            <a:srgbClr val="F3F5FD"/>
          </a:solidFill>
          <a:ln/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C3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58952" y="274320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 Markdown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58952" y="3255264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卡包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## 章节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### 卡片问题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答案正文随手写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8952" y="4343400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Obsidian 标注块、表格、图片、脚注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886200" y="306324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3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288536" y="1783080"/>
            <a:ext cx="3401568" cy="3291840"/>
          </a:xfrm>
          <a:prstGeom prst="roundRect">
            <a:avLst>
              <a:gd name="adj" fmla="val 3611"/>
            </a:avLst>
          </a:prstGeom>
          <a:solidFill>
            <a:srgbClr val="F3F5FD"/>
          </a:solidFill>
          <a:ln/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44568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C3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44568" y="274320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一键导入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44568" y="3255264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拖入 .md 文件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或直接粘贴文本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44568" y="4343400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自动建卡包/章节，幂等更新不丢进度，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截图自动搬进本地附件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671816" y="3063240"/>
            <a:ext cx="438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9C3F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074152" y="1783080"/>
            <a:ext cx="3401568" cy="3291840"/>
          </a:xfrm>
          <a:prstGeom prst="roundRect">
            <a:avLst>
              <a:gd name="adj" fmla="val 3611"/>
            </a:avLst>
          </a:prstGeom>
          <a:solidFill>
            <a:srgbClr val="171B26"/>
          </a:solidFill>
          <a:ln/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0184" y="20116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330184" y="2743200"/>
            <a:ext cx="2889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到点弹窗复习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30184" y="3255264"/>
            <a:ext cx="28895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CC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按「隔 N 张」节奏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C7CC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自动安排每次考试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330184" y="4343400"/>
            <a:ext cx="2889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4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评分立刻落库；弹窗里可以直接改卡面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55321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全程零网络：解析在本机、数据在 %APPDATA%\FlashMemo、连 AI 输入都是剪贴板兜底的本地操作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 · 导入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一份 Markdown 笔记 = 一个可复习的卡包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83664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标题层级即结构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15798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# 卡包 / ## 章节 / ### 卡片，原有笔记不用改写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07792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27797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题面卡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318211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章节里没有 ### 时整段成一张「题面卡」，适合放截图和长题干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38039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粘贴导入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0392" y="420624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回答、聊天记录粘进来，一次变多张卡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956048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4828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幂等更新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" y="523036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源文档改了重新导入，进度保留、本地编辑默认不覆盖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73368" y="1801368"/>
            <a:ext cx="5358384" cy="3034125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pic>
        <p:nvPicPr>
          <p:cNvPr id="18" name="Image 0" descr="C:/Users/32636/ego/flashmemo-ui-20261025/ui2-deck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874520"/>
            <a:ext cx="5212080" cy="288782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46520" y="489035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导入后：卡包列表 · 章节数 · 卡数 · 今日到期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 · 复习弹窗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弹出来的不是提示，是一场小型考试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9768" y="1801368"/>
            <a:ext cx="6135624" cy="3464765"/>
          </a:xfrm>
          <a:prstGeom prst="roundRect">
            <a:avLst>
              <a:gd name="adj" fmla="val 2375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pic>
        <p:nvPicPr>
          <p:cNvPr id="6" name="Image 0" descr="C:/Users/32636/ego/flashmemo-ui-20261025/ui2-popup-ans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874520"/>
            <a:ext cx="5989320" cy="3318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320997"/>
            <a:ext cx="5989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评分按钮实时预览「下次隔几张」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03720" y="1883664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9" name="Text 6"/>
          <p:cNvSpPr/>
          <p:nvPr/>
        </p:nvSpPr>
        <p:spPr>
          <a:xfrm>
            <a:off x="7251192" y="175564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卡面即编辑器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251192" y="215798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答案页直接批注：加粗/高亮/备注/表格/截图，800ms 自动保存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903720" y="2907792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12" name="Text 9"/>
          <p:cNvSpPr/>
          <p:nvPr/>
        </p:nvSpPr>
        <p:spPr>
          <a:xfrm>
            <a:off x="7251192" y="277977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知识铺垫 + 关联卡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251192" y="318211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复习 B+ 树前先把「为什么要 B+ 树」过一遍；顺链续复习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03720" y="3931920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15" name="Text 12"/>
          <p:cNvSpPr/>
          <p:nvPr/>
        </p:nvSpPr>
        <p:spPr>
          <a:xfrm>
            <a:off x="7251192" y="380390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键盘流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7251192" y="42062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空格显示答案，1/2/3 评分；排版（字号/行距/段距）随手调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903720" y="4956048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18" name="Text 15"/>
          <p:cNvSpPr/>
          <p:nvPr/>
        </p:nvSpPr>
        <p:spPr>
          <a:xfrm>
            <a:off x="7251192" y="48280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无法关闭模式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7251192" y="523036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管不住自己的时候上锁：复习完这批卡之前没有退出入口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核心算法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「隔 N 张」：间隔用卡片数计，不用日期计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1E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2082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7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不了解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C7771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隔 3 张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02920" y="2935224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E9ED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9900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熟悉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隔 ≥8 张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02920" y="3904488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E5F6E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3959352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可以讲出来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15803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隔 ≥20 张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02920" y="50292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连续不了解 → 标 ⚠ 重点卡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每弹窗最多回访 1 张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743200"/>
            <a:ext cx="2286000" cy="1737360"/>
          </a:xfrm>
          <a:prstGeom prst="roundRect">
            <a:avLst>
              <a:gd name="adj" fmla="val 6842"/>
            </a:avLst>
          </a:prstGeom>
          <a:solidFill>
            <a:srgbClr val="171B26"/>
          </a:solidFill>
          <a:ln/>
          <a:effectLst>
            <a:outerShdw sx="100000" sy="100000" kx="0" ky="0" algn="bl" rotWithShape="0" blurRad="127000" dist="38100" dir="5400000">
              <a:srgbClr val="5B6CFF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全局展示计数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91840" y="3520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1027 张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AA3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下一次出现在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3B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1027 + N 之后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01568" y="50292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±20% 抖动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172200" y="1874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熟练等级 0 → 5，讲出来升一级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17920" y="4663440"/>
            <a:ext cx="749808" cy="228600"/>
          </a:xfrm>
          <a:prstGeom prst="roundRect">
            <a:avLst>
              <a:gd name="adj" fmla="val 20000"/>
            </a:avLst>
          </a:prstGeom>
          <a:solidFill>
            <a:srgbClr val="C5CCFF"/>
          </a:solidFill>
          <a:ln/>
        </p:spPr>
      </p:sp>
      <p:sp>
        <p:nvSpPr>
          <p:cNvPr id="19" name="Text 17"/>
          <p:cNvSpPr/>
          <p:nvPr/>
        </p:nvSpPr>
        <p:spPr>
          <a:xfrm>
            <a:off x="6163056" y="435254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3张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217920" y="4946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095744" y="4187952"/>
            <a:ext cx="749808" cy="704088"/>
          </a:xfrm>
          <a:prstGeom prst="roundRect">
            <a:avLst>
              <a:gd name="adj" fmla="val 6494"/>
            </a:avLst>
          </a:prstGeom>
          <a:solidFill>
            <a:srgbClr val="8F9BFF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3877056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5张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095744" y="4946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73568" y="3712464"/>
            <a:ext cx="749808" cy="1179576"/>
          </a:xfrm>
          <a:prstGeom prst="roundRect">
            <a:avLst>
              <a:gd name="adj" fmla="val 6098"/>
            </a:avLst>
          </a:prstGeom>
          <a:solidFill>
            <a:srgbClr val="8F9BFF"/>
          </a:solidFill>
          <a:ln/>
        </p:spPr>
      </p:sp>
      <p:sp>
        <p:nvSpPr>
          <p:cNvPr id="25" name="Text 23"/>
          <p:cNvSpPr/>
          <p:nvPr/>
        </p:nvSpPr>
        <p:spPr>
          <a:xfrm>
            <a:off x="7918704" y="3401568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10张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973568" y="4946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851392" y="3236976"/>
            <a:ext cx="749808" cy="1655064"/>
          </a:xfrm>
          <a:prstGeom prst="roundRect">
            <a:avLst>
              <a:gd name="adj" fmla="val 6098"/>
            </a:avLst>
          </a:prstGeom>
          <a:solidFill>
            <a:srgbClr val="5B6CFF"/>
          </a:solidFill>
          <a:ln/>
        </p:spPr>
      </p:sp>
      <p:sp>
        <p:nvSpPr>
          <p:cNvPr id="28" name="Text 26"/>
          <p:cNvSpPr/>
          <p:nvPr/>
        </p:nvSpPr>
        <p:spPr>
          <a:xfrm>
            <a:off x="8796528" y="2926080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20张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851392" y="4946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9729216" y="2761488"/>
            <a:ext cx="749808" cy="2130552"/>
          </a:xfrm>
          <a:prstGeom prst="roundRect">
            <a:avLst>
              <a:gd name="adj" fmla="val 6098"/>
            </a:avLst>
          </a:prstGeom>
          <a:solidFill>
            <a:srgbClr val="5B6CFF"/>
          </a:solidFill>
          <a:ln/>
        </p:spPr>
      </p:sp>
      <p:sp>
        <p:nvSpPr>
          <p:cNvPr id="31" name="Text 29"/>
          <p:cNvSpPr/>
          <p:nvPr/>
        </p:nvSpPr>
        <p:spPr>
          <a:xfrm>
            <a:off x="9674352" y="24505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50张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729216" y="4946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L4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0607040" y="2286000"/>
            <a:ext cx="749808" cy="2606040"/>
          </a:xfrm>
          <a:prstGeom prst="roundRect">
            <a:avLst>
              <a:gd name="adj" fmla="val 6098"/>
            </a:avLst>
          </a:prstGeom>
          <a:solidFill>
            <a:srgbClr val="5B6CFF"/>
          </a:solidFill>
          <a:ln/>
        </p:spPr>
      </p:sp>
      <p:sp>
        <p:nvSpPr>
          <p:cNvPr id="34" name="Text 32"/>
          <p:cNvSpPr/>
          <p:nvPr/>
        </p:nvSpPr>
        <p:spPr>
          <a:xfrm>
            <a:off x="10552176" y="1975104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4353E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100张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0607040" y="494690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172200" y="54864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时间下限保护：不了解 10 分钟 / 熟悉 30 分钟 / 讲出 2 小时内绝不重现——「隔 N 张」很快时也不会连着轰炸同一张卡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02920" y="5897880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为什么不用日期：备考冲刺期一天要见十次，休假两周就该断联——「隔几张」把节奏交还给内容密度，而不是让日历追债。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 · 智能节奏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它知道你现在该不该被打断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3566160" cy="3749040"/>
          </a:xfrm>
          <a:prstGeom prst="roundRect">
            <a:avLst>
              <a:gd name="adj" fmla="val 3333"/>
            </a:avLst>
          </a:prstGeom>
          <a:solidFill>
            <a:srgbClr val="F3F5FD"/>
          </a:solidFill>
          <a:ln/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57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今日目标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03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复习 N 张 / 讲出 N 张 两种口径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节奏在时段内自动摊分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完不成不欠账：目标当天作废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52544" y="1810512"/>
            <a:ext cx="3566160" cy="3749040"/>
          </a:xfrm>
          <a:prstGeom prst="roundRect">
            <a:avLst>
              <a:gd name="adj" fmla="val 3333"/>
            </a:avLst>
          </a:prstGeom>
          <a:solidFill>
            <a:srgbClr val="F3F5FD"/>
          </a:solidFill>
          <a:ln/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26864" y="2057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26864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屏幕监控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3291840"/>
            <a:ext cx="303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刷视频 → 间隔减半，打断送到眼前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写代码/文档 → 间隔翻倍并延后到切走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本地进程匹配，零上传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02168" y="1810512"/>
            <a:ext cx="3566160" cy="3749040"/>
          </a:xfrm>
          <a:prstGeom prst="roundRect">
            <a:avLst>
              <a:gd name="adj" fmla="val 3333"/>
            </a:avLst>
          </a:prstGeom>
          <a:solidFill>
            <a:srgbClr val="F3F5FD"/>
          </a:solidFill>
          <a:ln/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76488" y="20574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476488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反逃避机制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476488" y="3291840"/>
            <a:ext cx="30358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连续关窗 → 下次只弹 1 张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弹窗被拖走不管 → 拉回光标屏幕</a:t>
            </a:r>
            <a:endParaRPr lang="en-US" sz="1250" dirty="0"/>
          </a:p>
          <a:p>
            <a:pPr marL="127000" indent="-1270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4A526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离手 5 分钟判定，读卡不受罚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 · AI 助手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复习卡壳的瞬间，一键把问题送进你常用的 AI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883664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7556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划选即问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50392" y="2157984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卡面里划一段文字 → 右键「问 AI」，问题自动带上下文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907792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9" name="Text 7"/>
          <p:cNvSpPr/>
          <p:nvPr/>
        </p:nvSpPr>
        <p:spPr>
          <a:xfrm>
            <a:off x="850392" y="277977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预置主流站点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50392" y="3182112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DeepSeek / 豆包 / Kimi / 通义 / ChatGPT，也可自定义网址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931920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12" name="Text 10"/>
          <p:cNvSpPr/>
          <p:nvPr/>
        </p:nvSpPr>
        <p:spPr>
          <a:xfrm>
            <a:off x="850392" y="38039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对话保留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0392" y="4206240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窗口关闭只是隐藏，回来对话还在；登录态持久保存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956048"/>
            <a:ext cx="146304" cy="146304"/>
          </a:xfrm>
          <a:prstGeom prst="ellipse">
            <a:avLst/>
          </a:prstGeom>
          <a:solidFill>
            <a:srgbClr val="5B6CF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" y="48280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贴着弹窗停靠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" y="5230368"/>
            <a:ext cx="5029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面板吸附在复习窗旁边，不打断键盘节奏；剪贴板永远兜底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73368" y="1801368"/>
            <a:ext cx="5358384" cy="3034125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4E6EE"/>
            </a:solidFill>
            <a:prstDash val="solid"/>
          </a:ln>
          <a:effectLst>
            <a:outerShdw sx="100000" sy="100000" kx="0" ky="0" algn="bl" rotWithShape="0" blurRad="114300" dist="38100" dir="5400000">
              <a:srgbClr val="1A1F2D">
                <a:alpha val="16000"/>
              </a:srgbClr>
            </a:outerShdw>
          </a:effectLst>
        </p:spPr>
      </p:sp>
      <p:pic>
        <p:nvPicPr>
          <p:cNvPr id="18" name="Image 0" descr="C:/Users/32636/ego/flashmemo-ui-20261025/ui2-popup-answ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874520"/>
            <a:ext cx="5212080" cy="2887821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446520" y="4890357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顶栏 🤖 一键唤起，问题已替你写好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工程质量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31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认真做的一个开源项目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闪记 FlashMemo · github.com/qiukehao/flashmemo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2920" y="3429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 Rust 单元测试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3840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调度/解析/迁移全覆盖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72968" y="2286000"/>
            <a:ext cx="0" cy="192024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64992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307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3364992" y="3429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个前端测试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364992" y="3840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Vitest，含调度口径镜像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0" cy="192024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49A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6227064" y="3429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次网络请求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27064" y="3840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导入/调度/复习/存储全程断网可用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7112" y="2286000"/>
            <a:ext cx="0" cy="1920240"/>
          </a:xfrm>
          <a:prstGeom prst="line">
            <a:avLst/>
          </a:prstGeom>
          <a:noFill/>
          <a:ln w="12700">
            <a:solidFill>
              <a:srgbClr val="E4E6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89136" y="2148840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6C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9089136" y="34290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43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天自动备份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89136" y="3840480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E768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单文件 + 日志轮转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4846320"/>
            <a:ext cx="11183112" cy="914400"/>
          </a:xfrm>
          <a:prstGeom prst="roundRect">
            <a:avLst>
              <a:gd name="adj" fmla="val 12000"/>
            </a:avLst>
          </a:prstGeom>
          <a:solidFill>
            <a:srgbClr val="F3F5F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4632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3A42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技术栈：Tauri 2（Rust 后端 + WebView2）· React 18 + TypeScript strict · SQLite（bundled）· 每次评分立即落库，断电不丢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55448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背下来的事，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交给节奏。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502920" y="3794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CCD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开源 MIT · 欢迎 issue 与 PR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4434840"/>
            <a:ext cx="5577840" cy="713232"/>
          </a:xfrm>
          <a:prstGeom prst="roundRect">
            <a:avLst>
              <a:gd name="adj" fmla="val 15385"/>
            </a:avLst>
          </a:prstGeom>
          <a:solidFill>
            <a:srgbClr val="232A38"/>
          </a:solidFill>
          <a:ln w="19050">
            <a:solidFill>
              <a:srgbClr val="5B6C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43484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9FB0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github.com/qiukehao/flashmemo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989320" y="4434840"/>
            <a:ext cx="2377440" cy="713232"/>
          </a:xfrm>
          <a:prstGeom prst="roundRect">
            <a:avLst>
              <a:gd name="adj" fmla="val 15385"/>
            </a:avLst>
          </a:prstGeom>
          <a:solidFill>
            <a:srgbClr val="5B6CFF"/>
          </a:solidFill>
          <a:ln/>
          <a:effectLst>
            <a:outerShdw sx="100000" sy="100000" kx="0" ky="0" algn="bl" rotWithShape="0" blurRad="127000" dist="38100" dir="5400000">
              <a:srgbClr val="5B6CFF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89320" y="443484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给个 Star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10/11 · npm install &amp;&amp; npm run tauri dev 即可本地跑起来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闪记 FlashMemo — 功能演示</dc:title>
  <dc:subject>PptxGenJS Presentation</dc:subject>
  <dc:creator>qiukehao</dc:creator>
  <cp:lastModifiedBy>qiukehao</cp:lastModifiedBy>
  <cp:revision>1</cp:revision>
  <dcterms:created xsi:type="dcterms:W3CDTF">2026-10-25T08:26:11Z</dcterms:created>
  <dcterms:modified xsi:type="dcterms:W3CDTF">2026-10-25T08:26:11Z</dcterms:modified>
</cp:coreProperties>
</file>